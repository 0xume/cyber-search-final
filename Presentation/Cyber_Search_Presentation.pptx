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3203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840480"/>
            <a:ext cx="4754880" cy="4754880"/>
          </a:xfrm>
          <a:prstGeom prst="ellipse">
            <a:avLst/>
          </a:prstGeom>
          <a:solidFill>
            <a:srgbClr val="13203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914400" cy="9144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Search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engine for learning cybersecurity commands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4800600"/>
            <a:ext cx="27432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Cyber Fiber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Lawrence   ·   Andrei Ushakov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74175" y="5989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command is easy. Understanding it isn't.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copy a line like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 -p- 10.10.10.5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knowing what each piece does. The answers are scattered across man pages, blog write-ups, and YouTube videos — never in one place, and rarely explained.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39776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CyberSearch adds the layer that's usually missing: a plain-language explanation of every flag and every token — so a search result teaches instead of just pointing.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9144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915400" y="10515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an answer is scattered across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43800" y="25146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915400" y="2651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layer in existing search tools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41148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4206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15400" y="42519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that finds AND explains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to search — and understand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search engine that brings two kinds of material together: a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reference of security &amp; shell commands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 stream of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write-ups and videos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tool (nmap), a task (zone transfer), or a plain-English goal (capture packets)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ranked results across commands and community resources at once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commands: a flag-by-flag, token-by-token breakdown of a real example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as a static site — no server, no database.</a:t>
            </a:r>
            <a:endParaRPr lang="en-US" sz="1400" dirty="0"/>
          </a:p>
        </p:txBody>
      </p:sp>
      <p:pic>
        <p:nvPicPr>
          <p:cNvPr id="7" name="Image 0" descr="/tmp/deck/img/01_ho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486400" cy="34290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6172200" y="1417320"/>
            <a:ext cx="5486400" cy="34290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tools exist — none do all three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099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GTFOBins / LOLBAS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curated lists of how binaries can be abused — but reference tables, not search, and no token-by-token explanation.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614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ippsec.rocks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05409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 search over IppSec's videos — but video-only. We index it as one source among many and link back.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130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man7.org / official docs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05656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but dense. No fuzzy, task-based search across tools, and no beginner-facing explanation layer.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1600200"/>
            <a:ext cx="4846320" cy="3246120"/>
          </a:xfrm>
          <a:prstGeom prst="roundRect">
            <a:avLst>
              <a:gd name="adj" fmla="val 2817"/>
            </a:avLst>
          </a:prstGeom>
          <a:solidFill>
            <a:srgbClr val="0B1120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CyberSearch adds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32320" y="2423160"/>
            <a:ext cx="4251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Command token-by-token breakdown (F8)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fuzzy search across commands AND write-ups together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Faceted filtering by category, OS, and difficulty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metadata-only attribution to original authors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people meeting these tools for the first time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97480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HTB &amp; TryHackMe learners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working through hands-on platforms who hit an unfamiliar command mid-box.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697480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security &amp; systems courses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4251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meeting nmap, tcpdump, or gobuster for the first time in a class setting.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697480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beginners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4251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who want to understand a command, not just copy it — and jump to the source to go deeper.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find the right command fast, understand it without leaving the page, and deep-link to the original author.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&amp; FUNCTIONALITY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eight core features delivered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3736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5054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search; ranked matches as you type.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00984" y="155448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02152" y="173736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2152" y="21579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 Cards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2152" y="25054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common flags &amp; plain-language notes per tool.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9048" y="155448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73736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21579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Indexing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0216" y="25054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pipeline unifies many sources into one index.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97112" y="1554480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173736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98280" y="215798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Category Filtering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98280" y="25054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tool, technique, OS, or difficulty.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127248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3310128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" y="3730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/ Typo-Tolerant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4088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misspellings and partial terms.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00984" y="3127248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02152" y="3310128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02152" y="3730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Attribution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02152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links back; metadata-only, no rehosting.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99048" y="3127248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0216" y="3310128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6300216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0216" y="3730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00216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layout across desktop and mobile.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97112" y="3127248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98280" y="3310128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9098280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98280" y="373075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Command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098280" y="4078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command into flags/tokens — the “why.”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4937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delivered: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copy · F11 dark mode · F12 PDF export · F13 accounts &amp; bookmarks.   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autocomplete · F14 analytics.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 · F8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Command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teaching layer at the heart of CyberSearch. A modal breaks any command down token by token — showing the role of each part alongside plain-language flag meanings.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Per-flag, plain-language meanings</a:t>
            </a:r>
            <a:endParaRPr lang="en-US" sz="15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role of every argument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Copy-ready worked examples on every card</a:t>
            </a:r>
            <a:endParaRPr lang="en-US" sz="1550" dirty="0"/>
          </a:p>
        </p:txBody>
      </p:sp>
      <p:pic>
        <p:nvPicPr>
          <p:cNvPr id="6" name="Image 0" descr="/tmp/deck/img/03_explain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715000" cy="3571875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989320" y="1417320"/>
            <a:ext cx="5715000" cy="3571875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 · F1 + F4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search &amp; faceted filters</a:t>
            </a:r>
            <a:endParaRPr lang="en-US" sz="3200" dirty="0"/>
          </a:p>
        </p:txBody>
      </p:sp>
      <p:pic>
        <p:nvPicPr>
          <p:cNvPr id="4" name="Image 0" descr="/tmp/deck/img/02_search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486400" cy="34290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600200"/>
            <a:ext cx="5486400" cy="34290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1" descr="/tmp/deck/img/04_light_theme_fil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486400" cy="34290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309360" y="1600200"/>
            <a:ext cx="5486400" cy="34290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for "zone transfer" — ranked by relevance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0936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theme, filtered to "nmap" with live facet counts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DELIVERED · F10 · F12 · F13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Save, sync &amp; export a cheat sheet</a:t>
            </a:r>
            <a:endParaRPr lang="en-US" sz="3200" dirty="0"/>
          </a:p>
        </p:txBody>
      </p:sp>
      <p:pic>
        <p:nvPicPr>
          <p:cNvPr id="4" name="Image 0" descr="/tmp/deck/img/05_saved_st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3520440" cy="2200275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645920"/>
            <a:ext cx="3520440" cy="2200275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937635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any command</a:t>
            </a:r>
            <a:endParaRPr lang="en-US" sz="1300" dirty="0"/>
          </a:p>
        </p:txBody>
      </p:sp>
      <p:pic>
        <p:nvPicPr>
          <p:cNvPr id="7" name="Image 1" descr="/tmp/deck/img/06_sign_in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3520440" cy="2200275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297680" y="1645920"/>
            <a:ext cx="3520440" cy="2200275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97680" y="3937635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 (Firebase)</a:t>
            </a:r>
            <a:endParaRPr lang="en-US" sz="1300" dirty="0"/>
          </a:p>
        </p:txBody>
      </p:sp>
      <p:pic>
        <p:nvPicPr>
          <p:cNvPr id="10" name="Image 2" descr="/tmp/deck/img/07_saved_only_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645920"/>
            <a:ext cx="3520440" cy="2200275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8092440" y="1645920"/>
            <a:ext cx="3520440" cy="2200275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092440" y="3937635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Saved-only view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Signed-out, the site is fully usable — stars save to the browser and the PDF cheat sheet generates in-browser. Sign-in only adds cross-device sync, and degrades gracefully if unavailable.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build-time pipeline, then pure static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724912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23060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RSS/Atom feeds, sitemaps &amp; a curated command 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36392" y="329184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38728" y="24688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1708" y="2724912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170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75888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21608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normalise, rank &amp; validate against the schema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37376" y="24688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20356" y="2724912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20356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74536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static, schema-valid file — 6,670 entries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33688" y="329184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36024" y="24688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132036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19004" y="2724912"/>
            <a:ext cx="548640" cy="5486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19004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518904" y="38404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Fuse.js searches the index entirely client-side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server. No database. Trivially cheap to deploy, and easy to reason about.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JSON Schema (draft-07) is the contract between the pipeline and the front end — validated in CI on every build.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to fit the job — nothing more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099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· CSS · vanilla JS · Fuse.js v7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over React/Vue on purpose: a search box, filter rail, list &amp; one modal don't need a build step. Fuse.js ranks fuzzy matches across fields with near-zero config, in-browser.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099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130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feedparser · requests · BeautifulSoup + lxml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4963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data wrangling — parse feeds &amp; sitemaps, normalise, rank. Python's ecosystem covers it cleanly. Runs at build time; emits static JSON.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959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index.json · jsonschema · Firebase Firestore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 index for the searchable content; Firebase Firestore + Auth store each user’s saved commands under users/{uid}, with a local-only fallback when offline.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9959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hosting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4416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· GitHub Pages · JSON Schema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4782312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+ push-triggered rebuilds with schema re-validation, deployed to static hosting. The schema is the CI-enforced contract.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one contract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Lawrence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&amp; search experience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UI + fuzzy match (F1, F5)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category filtering (F4)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Command view (F8)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(F7)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dark mode &amp; PDF export (F10–F12)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16200000">
              <a:srgbClr val="0B11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1783080"/>
            <a:ext cx="777240" cy="77724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B11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52360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Ushakov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5236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indexing pipeline (F3)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reference dataset (F2)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attribution + ranking (F6)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+ hosting / CI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bookmarks — Firebase (F13)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both co-own the integration contract (schema + SCHEMA.md). We work in one Git repo and build in parallel against the same sample index, so the two tracks can't silently drift.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to the first presentation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903720"/>
                <a:gridCol w="2926080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contract agreed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+ Andrei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F2, F3 — data + pipeline building end to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F1, F4 — front end searching the sample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 — ranking + deep-link attribution in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F8, F7 — explain view, theming, keyboard/clipboard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Full-catalogue coverage via sitemap merge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— Actions rebuild + Pages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+ final testing · first presentation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+ Andrei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compared against this plan throughout the semester.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CONTINGENCIES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risks — and our fallbacks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55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back-catalogue coverage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20824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expose only the newest posts. We merge each feed with the site's sitemap; sources can run feed-only if no sitemap.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55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posture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20824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titles, tags &amp; URLs only — never content. Read only machine-readable feeds/sitemaps and honour robots.txt; always deep-link authors.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455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two tracks in sync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511296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JSON schema validated in CI, plus a shared sample build both sides target, prevent front-end/pipeline drift.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99923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455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reliability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511296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fetcher caches responses, so a failed rebuild falls back to the last good copy; CI falls back to a sample build.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489704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001768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facet buckets &amp; rank order are precomputed at build time — the browser never scans the whole array.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489704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001768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Fuse.js is vendored into the repo, so the site loads and searches with no internet connection.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Search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31575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286000"/>
            <a:ext cx="5486400" cy="5486400"/>
          </a:xfrm>
          <a:prstGeom prst="ellipse">
            <a:avLst/>
          </a:prstGeom>
          <a:solidFill>
            <a:srgbClr val="132036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657600"/>
            <a:ext cx="5486400" cy="5486400"/>
          </a:xfrm>
          <a:prstGeom prst="ellipse">
            <a:avLst/>
          </a:prstGeom>
          <a:solidFill>
            <a:srgbClr val="13203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Search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that teaches, not just points.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27432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Cyber Fiber  ·  Daniel Lawrence &amp; Andrei Ushakov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Fuse.js (MIT) · jsPDF (MIT) · Firebase SDK (Apache-2.0) · Python libs (feedparser, requests, BeautifulSoup, lxml, jsonschema). Indexed sources credited as metadata-only, deep-linked to authors. Some code &amp; docs drafted with AI assistance (Claude), reviewed and tested by the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Search — Final Project</dc:title>
  <dc:subject>PptxGenJS Presentation</dc:subject>
  <dc:creator>Team Cyber Fiber</dc:creator>
  <cp:lastModifiedBy>Team Cyber Fiber</cp:lastModifiedBy>
  <cp:revision>1</cp:revision>
  <dcterms:created xsi:type="dcterms:W3CDTF">2026-07-08T06:46:50Z</dcterms:created>
  <dcterms:modified xsi:type="dcterms:W3CDTF">2026-07-08T06:46:50Z</dcterms:modified>
</cp:coreProperties>
</file>